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Sampul — Penawaran S00371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Ringkasan Penawaran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Struktur Biaya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Denah &amp; Zonasi Dapur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Alur Kerja Dapur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Zona Cuci &amp; Sanitasi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Gambar Kerja Custom Sink CRW-1001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Zona Rantai Dingin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Zona Lini Masak Panas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Zona Meja Kerja &amp; Penyimpanan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Instalasi Ducting &amp; Exhaust Hood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Instalasi Jaringan &amp; Pengaman Gas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Zona Bar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Rincian Biaya — Kitchen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Rincian Biaya — Bar &amp; Rekapitulasi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Spesifikasi Teknis Kunci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Penutup &amp; Langkah Berikutnya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Penawaran Dapur &amp; Bar S00371 — Ny. Ega (Mix2)</dc:title>
  <dc:subject>Penawaran peralatan dapur komersial &amp; bar — PT Asamerta Harapan Abadi</dc:subject>
  <dc:creator>Puretray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